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27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05D213-E48B-49D9-863C-4AA9327B5D04}" type="datetimeFigureOut">
              <a:rPr lang="en-IN" smtClean="0"/>
              <a:t>24-05-2026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E4777B-C181-4071-A5CE-70752CF976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74215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E4777B-C181-4071-A5CE-70752CF9762B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26681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9B46C5-C150-DE11-352E-BE182BD43D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2FDFFB-46F9-07A7-54C5-174513F050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77C628-D764-BD3A-51FD-CDCD0CA60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E43BB-827A-4398-B881-6316BC39F0E2}" type="datetimeFigureOut">
              <a:rPr lang="en-IN" smtClean="0"/>
              <a:t>24-05-2026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36031-58E9-F58B-95BA-4B0658AA9C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61308F-A06F-39BF-7ED1-ECA772911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5FCAC-B6E2-4637-B62D-45B8382B65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46241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5E7592-0B5C-6A9F-08E7-DBB9859A6F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98EDA8-9555-1A47-5044-8EFBC7CA92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F6460F-0AD9-CDEF-0A22-A51B43A9F8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E43BB-827A-4398-B881-6316BC39F0E2}" type="datetimeFigureOut">
              <a:rPr lang="en-IN" smtClean="0"/>
              <a:t>24-05-2026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BDC3B3-9F30-8D2F-9509-AD67779C3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514D44-A50F-D66F-C99B-B184BF8F7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5FCAC-B6E2-4637-B62D-45B8382B65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43085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F2E22-3390-2FB6-91E4-2C35CB240D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5AC250-9DB4-44B5-404A-9FEAD65E85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FEDBBA-4741-A556-D9C2-F8F84397D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E43BB-827A-4398-B881-6316BC39F0E2}" type="datetimeFigureOut">
              <a:rPr lang="en-IN" smtClean="0"/>
              <a:t>24-05-2026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E8E54D-4AC9-5B11-8FEB-BB6038B1DA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79F09E-4678-EA43-BEC4-E287A551C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5FCAC-B6E2-4637-B62D-45B8382B65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57631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04DD1A-31B5-564D-F0C2-C6B2257B1B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41EAAC-82B7-177E-036A-866999A318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2D7BAD-9680-9384-B7D2-FBA192C1EE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E19572-6802-DE1F-9F04-619A0A0C7D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E43BB-827A-4398-B881-6316BC39F0E2}" type="datetimeFigureOut">
              <a:rPr lang="en-IN" smtClean="0"/>
              <a:t>24-05-2026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B141E3-D312-634D-EF78-2A2EE3553B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2C7B07-DE25-DA87-45A6-9E61F20A6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5FCAC-B6E2-4637-B62D-45B8382B65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39408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DC784B-C5A2-B81D-753A-867209CF19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B6B3B2-01BD-7935-6A95-A7A4AB72C2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69733D-5FA3-0B83-2C49-B7200613FD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A56AE4-AE74-C382-D328-6BAA0C48B8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A2F6EB1-4E47-A079-15F0-8DB032D332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BC90270-FDBC-5C4E-B55A-0BA3420A7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E43BB-827A-4398-B881-6316BC39F0E2}" type="datetimeFigureOut">
              <a:rPr lang="en-IN" smtClean="0"/>
              <a:t>24-05-2026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683DBC2-57F7-5885-C24D-907D8A33C0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397F36C-05A8-07AD-4D87-66A2EE6CD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5FCAC-B6E2-4637-B62D-45B8382B65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68622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6221B-7FB9-E30C-362D-414A69D87A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3DE334-792E-45A3-D89E-6429956E7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E43BB-827A-4398-B881-6316BC39F0E2}" type="datetimeFigureOut">
              <a:rPr lang="en-IN" smtClean="0"/>
              <a:t>24-05-2026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AC818D-4A66-4066-802B-41C338589E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0DFFAC-65BE-5372-9423-7E1623C26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5FCAC-B6E2-4637-B62D-45B8382B65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71540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07C7800-0813-622F-93E4-E8D7D66E29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E43BB-827A-4398-B881-6316BC39F0E2}" type="datetimeFigureOut">
              <a:rPr lang="en-IN" smtClean="0"/>
              <a:t>24-05-2026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370DD6-E63E-4078-9456-103061F468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ED12FC-5671-2BD9-BD1A-89AF38537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5FCAC-B6E2-4637-B62D-45B8382B65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46253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6E0B3-C3F0-8A79-980E-6039DC43F2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2E5CD8-1753-90FE-C032-A0CD0C7F3D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DD0505-6B44-6BA4-3ED3-E435C2C0E3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8849F3-5249-688E-38F8-D8EE9E1A4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E43BB-827A-4398-B881-6316BC39F0E2}" type="datetimeFigureOut">
              <a:rPr lang="en-IN" smtClean="0"/>
              <a:t>24-05-2026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3E38CD-B77A-588B-FE09-B9E64A396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9411E5-671C-11F6-4EE3-2536DF59A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5FCAC-B6E2-4637-B62D-45B8382B65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48928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BA008-EBF5-A60A-FA8F-0F624BE94B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70F34D-E421-523C-11F0-46B2CEE7CF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3F3C6C-2BF5-A343-93B3-83B526B5D2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C1760D-C8D7-59F8-04EE-210618DAC5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E43BB-827A-4398-B881-6316BC39F0E2}" type="datetimeFigureOut">
              <a:rPr lang="en-IN" smtClean="0"/>
              <a:t>24-05-2026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8706D2-56B9-6665-2780-07D840EF5D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104B4D-A3F5-003B-BB52-6706001B3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5FCAC-B6E2-4637-B62D-45B8382B65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05226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33241-76BC-B9BB-F5AA-F2BF6D994B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9DF40A-23FA-C613-AFD7-BADDDC1799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C9BFA0-DC5E-1A68-C0CC-3D5EEB87A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E43BB-827A-4398-B881-6316BC39F0E2}" type="datetimeFigureOut">
              <a:rPr lang="en-IN" smtClean="0"/>
              <a:t>24-05-2026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D3FCE9-178E-D6AC-5DB7-C2F311AF46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89523-DDA6-8C28-D52C-7FC485753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5FCAC-B6E2-4637-B62D-45B8382B65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30438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614053E-2EC4-C927-97BE-0D7E09D84A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A583AF-89A1-5E61-765A-A3A4FD13B5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89C8A4-930C-3A17-5297-9436E9AD77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E43BB-827A-4398-B881-6316BC39F0E2}" type="datetimeFigureOut">
              <a:rPr lang="en-IN" smtClean="0"/>
              <a:t>24-05-2026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C0DD9D-73C3-248B-5AE7-6A11B124B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8C68F8-C852-5DFD-E7C1-D5C9310C5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5FCAC-B6E2-4637-B62D-45B8382B65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29127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00F37DB-89AC-50BF-250C-287EA23FB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752EF4-6CE1-75C1-0576-74A0036C7F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A40ABD-E7BE-3019-02C3-C77258084E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AE43BB-827A-4398-B881-6316BC39F0E2}" type="datetimeFigureOut">
              <a:rPr lang="en-IN" smtClean="0"/>
              <a:t>24-05-2026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AF936D-103F-B840-7927-8893F469A3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1D7AB9-6CDB-8221-EDE1-0F4C2D755A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85FCAC-B6E2-4637-B62D-45B8382B65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89317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kadarkarai474@gmail.com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hyperlink" Target="https://bharatroadwatch.netlify.app/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0EACD1-E141-8108-32A4-7E42E985A3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04801"/>
            <a:ext cx="7846142" cy="973393"/>
          </a:xfrm>
        </p:spPr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60F045-57F2-08EB-0F0E-862765E3FE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58529" y="2168013"/>
            <a:ext cx="9144000" cy="4689987"/>
          </a:xfrm>
        </p:spPr>
        <p:txBody>
          <a:bodyPr>
            <a:normAutofit/>
          </a:bodyPr>
          <a:lstStyle/>
          <a:p>
            <a:pPr algn="l"/>
            <a:r>
              <a:rPr lang="en-US" sz="3600" dirty="0"/>
              <a:t>TEAM NAME  : SAFE TECH</a:t>
            </a:r>
          </a:p>
          <a:p>
            <a:pPr algn="l"/>
            <a:r>
              <a:rPr lang="en-US" sz="3600" dirty="0"/>
              <a:t>TEAM LEAD   :  KADARKARAI V</a:t>
            </a:r>
          </a:p>
          <a:p>
            <a:pPr algn="l"/>
            <a:r>
              <a:rPr lang="en-US" sz="3600" dirty="0"/>
              <a:t>MEMBER        :  ANAKA M C</a:t>
            </a:r>
          </a:p>
          <a:p>
            <a:pPr algn="l"/>
            <a:r>
              <a:rPr lang="en-US" sz="3600" dirty="0"/>
              <a:t>PROJECT        : ROAD WATCH AI CHATBOT</a:t>
            </a:r>
          </a:p>
          <a:p>
            <a:pPr algn="l"/>
            <a:r>
              <a:rPr lang="en-US" sz="3600" dirty="0"/>
              <a:t>EMAIL              : </a:t>
            </a:r>
            <a:r>
              <a:rPr lang="en-US" sz="3600" dirty="0">
                <a:hlinkClick r:id="rId3"/>
              </a:rPr>
              <a:t>kadarkarai474@gmail.com</a:t>
            </a:r>
            <a:endParaRPr lang="en-US" sz="3600" dirty="0"/>
          </a:p>
          <a:p>
            <a:pPr algn="l"/>
            <a:r>
              <a:rPr lang="en-US" sz="3600" dirty="0"/>
              <a:t>LINK                 : </a:t>
            </a:r>
            <a:r>
              <a:rPr lang="en-US" sz="2800" dirty="0">
                <a:hlinkClick r:id="rId4" tooltip="ROADWATCHAPP"/>
              </a:rPr>
              <a:t>ROADWATCH</a:t>
            </a:r>
            <a:endParaRPr lang="en-US" sz="2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76E8845-EEA8-8A49-52C1-DDC21EBE9BC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048" y="137651"/>
            <a:ext cx="8992197" cy="1670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63243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1FDE8-22AB-5442-D524-CABA9A5AB5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61924"/>
            <a:ext cx="9144000" cy="922747"/>
          </a:xfrm>
        </p:spPr>
        <p:txBody>
          <a:bodyPr>
            <a:normAutofit/>
          </a:bodyPr>
          <a:lstStyle/>
          <a:p>
            <a:r>
              <a:rPr lang="en-US" sz="5400" dirty="0"/>
              <a:t>FEATURES OF ROADWATCH AI</a:t>
            </a:r>
            <a:endParaRPr lang="en-IN" sz="5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231C96-1A55-B6FC-8603-3146AB7A64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5524" y="1725629"/>
            <a:ext cx="9144000" cy="3773129"/>
          </a:xfrm>
        </p:spPr>
        <p:txBody>
          <a:bodyPr>
            <a:normAutofit/>
          </a:bodyPr>
          <a:lstStyle/>
          <a:p>
            <a:pPr marL="457200" indent="-457200" algn="l">
              <a:buFont typeface="Wingdings" panose="05000000000000000000" pitchFamily="2" charset="2"/>
              <a:buChar char="v"/>
            </a:pPr>
            <a:r>
              <a:rPr lang="en-US" sz="3200" spc="300" dirty="0"/>
              <a:t>Full Chatbot System</a:t>
            </a:r>
          </a:p>
          <a:p>
            <a:pPr marL="457200" indent="-457200" algn="l">
              <a:buFont typeface="Wingdings" panose="05000000000000000000" pitchFamily="2" charset="2"/>
              <a:buChar char="v"/>
            </a:pPr>
            <a:r>
              <a:rPr lang="en-US" sz="3200" spc="300" dirty="0"/>
              <a:t>Futuristic UI</a:t>
            </a:r>
            <a:endParaRPr lang="en-IN" sz="3200" spc="300" dirty="0"/>
          </a:p>
          <a:p>
            <a:pPr marL="457200" indent="-457200" algn="l">
              <a:buFont typeface="Wingdings" panose="05000000000000000000" pitchFamily="2" charset="2"/>
              <a:buChar char="v"/>
            </a:pPr>
            <a:r>
              <a:rPr lang="en-IN" sz="3200" spc="300" dirty="0"/>
              <a:t>Live Complaint tracking</a:t>
            </a:r>
          </a:p>
          <a:p>
            <a:pPr marL="457200" indent="-457200" algn="l">
              <a:buFont typeface="Wingdings" panose="05000000000000000000" pitchFamily="2" charset="2"/>
              <a:buChar char="v"/>
            </a:pPr>
            <a:r>
              <a:rPr lang="en-IN" sz="3200" spc="300" dirty="0"/>
              <a:t>Location Based Reporting</a:t>
            </a:r>
          </a:p>
          <a:p>
            <a:pPr marL="457200" indent="-457200" algn="l">
              <a:buFont typeface="Wingdings" panose="05000000000000000000" pitchFamily="2" charset="2"/>
              <a:buChar char="v"/>
            </a:pPr>
            <a:r>
              <a:rPr lang="en-IN" sz="3200" spc="300" dirty="0"/>
              <a:t>AI Damage Detection</a:t>
            </a:r>
          </a:p>
          <a:p>
            <a:pPr marL="457200" indent="-457200" algn="l">
              <a:buFont typeface="Wingdings" panose="05000000000000000000" pitchFamily="2" charset="2"/>
              <a:buChar char="v"/>
            </a:pPr>
            <a:r>
              <a:rPr lang="en-IN" sz="3200" spc="300" dirty="0"/>
              <a:t>Smart Reporting System</a:t>
            </a:r>
          </a:p>
          <a:p>
            <a:pPr algn="l"/>
            <a:endParaRPr lang="en-US" sz="3200" spc="3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E435AB-E485-1315-3FFD-4FB201CDCE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0313" y="1725629"/>
            <a:ext cx="5115697" cy="4510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7384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2316174-0548-66D1-950E-46FD5270DFE3}"/>
              </a:ext>
            </a:extLst>
          </p:cNvPr>
          <p:cNvSpPr/>
          <p:nvPr/>
        </p:nvSpPr>
        <p:spPr>
          <a:xfrm>
            <a:off x="1722120" y="284205"/>
            <a:ext cx="8945880" cy="951471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5ED082-E23D-74F0-30A4-CDF64BBD8F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84205"/>
            <a:ext cx="9144000" cy="951471"/>
          </a:xfrm>
        </p:spPr>
        <p:txBody>
          <a:bodyPr>
            <a:normAutofit fontScale="90000"/>
          </a:bodyPr>
          <a:lstStyle/>
          <a:p>
            <a:r>
              <a:rPr lang="en-US" dirty="0"/>
              <a:t>ROAD CONTRACTOR DETAILS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C5B36-FC7E-B5F1-AF4D-6830DF2C31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162" y="1235676"/>
            <a:ext cx="9144000" cy="4022124"/>
          </a:xfrm>
        </p:spPr>
        <p:txBody>
          <a:bodyPr>
            <a:normAutofit/>
          </a:bodyPr>
          <a:lstStyle/>
          <a:p>
            <a:pPr marL="571500" indent="-571500" algn="l">
              <a:buFont typeface="Wingdings" panose="05000000000000000000" pitchFamily="2" charset="2"/>
              <a:buChar char="v"/>
            </a:pPr>
            <a:r>
              <a:rPr lang="en-US" sz="2800" dirty="0"/>
              <a:t>Contractor Details</a:t>
            </a:r>
          </a:p>
          <a:p>
            <a:pPr marL="571500" indent="-571500" algn="l">
              <a:buFont typeface="Wingdings" panose="05000000000000000000" pitchFamily="2" charset="2"/>
              <a:buChar char="v"/>
            </a:pPr>
            <a:r>
              <a:rPr lang="en-US" sz="2800" dirty="0"/>
              <a:t>Contractor transparency</a:t>
            </a:r>
          </a:p>
          <a:p>
            <a:pPr marL="571500" indent="-571500" algn="l">
              <a:buFont typeface="Wingdings" panose="05000000000000000000" pitchFamily="2" charset="2"/>
              <a:buChar char="v"/>
            </a:pPr>
            <a:r>
              <a:rPr lang="en-US" sz="2800" dirty="0"/>
              <a:t>Road information</a:t>
            </a:r>
          </a:p>
          <a:p>
            <a:pPr marL="571500" indent="-571500" algn="l">
              <a:buFont typeface="Wingdings" panose="05000000000000000000" pitchFamily="2" charset="2"/>
              <a:buChar char="v"/>
            </a:pPr>
            <a:r>
              <a:rPr lang="en-US" sz="2800" dirty="0"/>
              <a:t>Complaint Tracking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7202D4-64D6-6E98-7C52-C426C7BCA4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13" y="3403873"/>
            <a:ext cx="5414127" cy="345412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6755CB6-A4E6-9B2C-9580-127F965C13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8289" y="1447801"/>
            <a:ext cx="6489548" cy="541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56484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05B45CE-5B28-E452-521A-1E71318300E4}"/>
              </a:ext>
            </a:extLst>
          </p:cNvPr>
          <p:cNvSpPr/>
          <p:nvPr/>
        </p:nvSpPr>
        <p:spPr>
          <a:xfrm>
            <a:off x="1402080" y="163539"/>
            <a:ext cx="9032240" cy="1198879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8AB819-B0BF-A784-FA38-0D2E2172CD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3539"/>
            <a:ext cx="9144000" cy="1065821"/>
          </a:xfrm>
        </p:spPr>
        <p:txBody>
          <a:bodyPr/>
          <a:lstStyle/>
          <a:p>
            <a:r>
              <a:rPr lang="en-US" dirty="0"/>
              <a:t>AI DAMAGE DETECTION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9F6B2F-A7AF-62AB-C4FE-4E9617BAA9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5320" y="1493519"/>
            <a:ext cx="5440680" cy="4952999"/>
          </a:xfrm>
        </p:spPr>
        <p:txBody>
          <a:bodyPr>
            <a:normAutofit/>
          </a:bodyPr>
          <a:lstStyle/>
          <a:p>
            <a:pPr marL="457200" indent="-457200" algn="l">
              <a:buFont typeface="Wingdings" panose="05000000000000000000" pitchFamily="2" charset="2"/>
              <a:buChar char="v"/>
            </a:pPr>
            <a:r>
              <a:rPr lang="en-US" sz="3200" dirty="0"/>
              <a:t>Analyze image using AI</a:t>
            </a:r>
          </a:p>
          <a:p>
            <a:pPr marL="457200" indent="-457200" algn="l">
              <a:buFont typeface="Wingdings" panose="05000000000000000000" pitchFamily="2" charset="2"/>
              <a:buChar char="v"/>
            </a:pPr>
            <a:r>
              <a:rPr lang="en-US" sz="3200" dirty="0"/>
              <a:t>High, med , based analysis</a:t>
            </a:r>
          </a:p>
          <a:p>
            <a:pPr marL="457200" indent="-457200" algn="l">
              <a:buFont typeface="Wingdings" panose="05000000000000000000" pitchFamily="2" charset="2"/>
              <a:buChar char="v"/>
            </a:pPr>
            <a:r>
              <a:rPr lang="en-US" sz="3200" dirty="0"/>
              <a:t>Overall Security points</a:t>
            </a:r>
          </a:p>
          <a:p>
            <a:pPr marL="457200" indent="-457200" algn="l">
              <a:buFont typeface="Wingdings" panose="05000000000000000000" pitchFamily="2" charset="2"/>
              <a:buChar char="v"/>
            </a:pPr>
            <a:r>
              <a:rPr lang="en-US" sz="3200" dirty="0"/>
              <a:t>Auto complaint options also available</a:t>
            </a:r>
          </a:p>
          <a:p>
            <a:pPr marL="457200" indent="-457200" algn="l">
              <a:buFont typeface="Wingdings" panose="05000000000000000000" pitchFamily="2" charset="2"/>
              <a:buChar char="v"/>
            </a:pPr>
            <a:r>
              <a:rPr lang="en-US" sz="3200" dirty="0"/>
              <a:t>Location based access also available on reporting issues</a:t>
            </a:r>
          </a:p>
          <a:p>
            <a:pPr algn="l"/>
            <a:endParaRPr lang="en-US" sz="3200" dirty="0"/>
          </a:p>
          <a:p>
            <a:pPr marL="457200" indent="-457200" algn="l">
              <a:buFont typeface="Wingdings" panose="05000000000000000000" pitchFamily="2" charset="2"/>
              <a:buChar char="v"/>
            </a:pPr>
            <a:endParaRPr lang="en-US" sz="3200" dirty="0"/>
          </a:p>
          <a:p>
            <a:pPr marL="457200" indent="-457200" algn="l">
              <a:buFont typeface="Wingdings" panose="05000000000000000000" pitchFamily="2" charset="2"/>
              <a:buChar char="v"/>
            </a:pPr>
            <a:endParaRPr lang="en-US" sz="3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D7261A-D33C-F48A-2091-ACC5E0979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159" y="1493519"/>
            <a:ext cx="5745481" cy="5200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08105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F94A6C0-CC11-F66E-6D6D-9E2EE88EBAFE}"/>
              </a:ext>
            </a:extLst>
          </p:cNvPr>
          <p:cNvSpPr/>
          <p:nvPr/>
        </p:nvSpPr>
        <p:spPr>
          <a:xfrm>
            <a:off x="1930400" y="254000"/>
            <a:ext cx="8046720" cy="102616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5D3380-0E24-16EC-1603-8FD9661B46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55919"/>
            <a:ext cx="9144000" cy="924241"/>
          </a:xfrm>
        </p:spPr>
        <p:txBody>
          <a:bodyPr>
            <a:normAutofit/>
          </a:bodyPr>
          <a:lstStyle/>
          <a:p>
            <a:r>
              <a:rPr lang="en-US" dirty="0"/>
              <a:t>BUDGET &amp; ANALYTICS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177D42-06AC-2838-EBE4-9458EF5782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473200"/>
            <a:ext cx="9144000" cy="3784600"/>
          </a:xfrm>
        </p:spPr>
        <p:txBody>
          <a:bodyPr/>
          <a:lstStyle/>
          <a:p>
            <a:pPr algn="l"/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695C80B-9621-4D22-ADAC-77B271362B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130" y="1549400"/>
            <a:ext cx="11359739" cy="538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15099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1603E23-CA72-7186-7C44-3F315F9EFA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206" y="0"/>
            <a:ext cx="105015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89367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</TotalTime>
  <Words>96</Words>
  <Application>Microsoft Office PowerPoint</Application>
  <PresentationFormat>Widescreen</PresentationFormat>
  <Paragraphs>27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Wingdings</vt:lpstr>
      <vt:lpstr>Office Theme</vt:lpstr>
      <vt:lpstr>PowerPoint Presentation</vt:lpstr>
      <vt:lpstr>FEATURES OF ROADWATCH AI</vt:lpstr>
      <vt:lpstr>ROAD CONTRACTOR DETAILS</vt:lpstr>
      <vt:lpstr>AI DAMAGE DETECTION</vt:lpstr>
      <vt:lpstr>BUDGET &amp; ANALYTICS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Kadarkarai V</dc:creator>
  <cp:lastModifiedBy>Kadarkarai V</cp:lastModifiedBy>
  <cp:revision>2</cp:revision>
  <dcterms:created xsi:type="dcterms:W3CDTF">2026-05-24T05:00:25Z</dcterms:created>
  <dcterms:modified xsi:type="dcterms:W3CDTF">2026-05-24T07:34:11Z</dcterms:modified>
</cp:coreProperties>
</file>